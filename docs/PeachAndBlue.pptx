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3" r:id="rId8"/>
    <p:sldId id="262" r:id="rId9"/>
    <p:sldId id="261" r:id="rId10"/>
    <p:sldId id="267" r:id="rId11"/>
    <p:sldId id="266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1F4A-D60F-291A-E911-C5386313E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70700-8F0B-243A-9B67-0BE80480A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BFE31-BA32-DFB2-37FB-DD2FEAE6D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62E39-98F6-0F07-42B6-4A8C35E9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3E221-758E-F1AF-5A24-D97E2956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99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3958-8386-A381-3D49-ADB2B477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5751-9B77-5157-E608-6E836111C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02D72-BDEB-CA8C-A93C-0CD856A6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74EFB-465D-2C2C-D7F5-795D515B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A8D6F-CAEC-1FB8-AC1D-77854C40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37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BCCD-ED9D-6EB6-A346-519F585E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C8C7B-24C0-7526-2CE7-5CE51939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01414-632C-0B04-3F07-2D80391E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AE9FB-C0EF-8F70-4C6C-AC6F28FA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009AA-1504-ACC8-69A4-570EB506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084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5C56-C722-15A4-614E-573F058A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5F70-DC0C-07C3-13BD-ED113695B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79DB3-CAF7-B1A2-AD8B-64A1388BD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92B2A-B6A0-F7A6-1FCF-B8A3CA6E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3AB2A-648B-1E19-0392-C9C28A63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E2B77-BFA1-4D0A-746B-EF4B7F48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25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CA14-6A67-B7FE-4817-A8906793C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F11CC-A5B7-C27A-B9D3-7F67F7283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DD04F-ED0B-83F2-EAE4-CC7A6EF7C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BDB11-176A-2769-456D-02E6E11C6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82835-D9B2-7880-B969-12C1D9EB6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BCA00-0CBD-874D-483F-2274099E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4A38F7-374A-8766-C79D-6C8CB40C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39AF0-A8FA-1810-4B95-ADA137F6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CED7-E596-C45A-9673-B9CB144F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3DF9A-CA71-4688-0E5A-9941ABA7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04399-75F9-9556-5002-9368CCCDB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25330-3AF3-BDAB-D873-7F7DD460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53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5F97F-BCC4-6AB6-28DF-E53E0749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1310D-4455-DA35-D927-8181CF66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3508B-7501-5FFC-39D1-65F3C1F5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84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E4BA-61D0-DBC3-924D-9E5AB267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1273-0215-90DD-2C49-BC7E51386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E4439-5447-BB39-D6D4-D8C3B571E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0EE5A-FD8B-3074-087E-AD01A6BA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8E3AF-2976-7F8F-C05F-27977A8C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54B7B-A02C-040C-15A5-726D3EAF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768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4105-3F9A-C3F8-55AE-47D7AB8E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B235F-9417-8DCD-4EBE-0F8DB7DE7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D9473-9C17-B12D-A603-06C262A6D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0B8E-8D52-D08E-D6FD-FC89352D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03F21-A7C6-57CD-CE71-779C8A6D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D4E93-24AB-BD5F-CC03-3D06A526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4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936E-DB71-59C1-1111-96AE10F0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A0585-DBC8-938A-5406-46144C039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39C5C-C7F9-D14A-B7E2-DAC0E5E4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73C1F-7F92-9EDB-D02F-377A3F1F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397D7-9ABC-81E5-F900-3E5F25D7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57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1D76E-0D69-C616-F29B-6D31BD0D1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1F1A3-0362-7FC6-95F5-5EA102A49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5C325-63FC-1B12-D155-D402C18E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B031-AF42-0EAC-A091-4E1DAFC4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11038-76A7-4442-E9B7-66BD6D7A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03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D3314-C45C-72E7-2BC6-54AE01D3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3E50B-6B75-883C-418C-835A4706F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B226A-AB5A-4695-54E6-B34CA3A52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60D41-E661-419D-809B-CE6C350F7C8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78A2-6C5A-C6D6-9EEA-A1C7549CF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49532-4AB8-7153-094C-12923DBEB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4801D-8839-4104-969D-1030D8F6B9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7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B1DBD6-AAA5-E7F8-44FA-9BC618C54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9" y="0"/>
            <a:ext cx="12048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3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51C099-DFF7-284F-7553-ABC7CE691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4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7DD22-E35B-504A-FEF2-1E7F0A24F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FE58BC-7BFF-9FCF-CDDF-251FB3B02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1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D53A6-8B67-B0B8-7B4E-2F9327F5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4FA4B-6029-4D1C-5385-F65FFBCF3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15384-4DC8-1711-61B3-86A4DAB0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92041-2B09-A7C0-0D81-3222DFBF1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9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DFD7E-0F91-3890-76DC-5862593B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7700D-DA11-D4CD-EA83-EA93B711B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4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BEFF5-9490-90BC-CA7E-5CDD7475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B6EBB-828D-2982-024F-7BFC45B5A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55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8B085-5E4F-C15D-F576-0218C6506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9BE8CB-F7DC-8325-FACC-5F979B310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3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DFE30-7633-4DAE-FBFB-9DBDAC61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85E0D-6342-BFCC-B6CA-5A22F89C7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66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247FA-ED21-78CE-A83A-4833F9D4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5195A-6AFC-7A01-C797-4FE2EA666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F0A78-F752-BA69-18BC-82760CB6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E43F22-7778-2AC3-5580-48724FC52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C39A8-832C-B301-28F9-3E3EB8E5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F80F08-8B12-504F-645E-95C791A84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Raghavendra Sunkara</dc:creator>
  <cp:lastModifiedBy>Raghavendra Sunkara</cp:lastModifiedBy>
  <cp:revision>1</cp:revision>
  <dcterms:created xsi:type="dcterms:W3CDTF">2026-06-12T16:14:48Z</dcterms:created>
  <dcterms:modified xsi:type="dcterms:W3CDTF">2026-07-03T12:46:50Z</dcterms:modified>
</cp:coreProperties>
</file>